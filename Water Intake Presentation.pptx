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743DB8-4103-4068-83B1-A065889247E1}" v="26" dt="2025-11-19T05:16:55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0" d="100"/>
          <a:sy n="70" d="100"/>
        </p:scale>
        <p:origin x="154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kyteng lysongtseng" userId="1a8e1b703d0beb2d" providerId="LiveId" clId="{9FF35D41-B350-407F-BD96-B1C8A77200AC}"/>
    <pc:docChg chg="custSel addSld delSld modSld sldOrd">
      <pc:chgData name="lykyteng lysongtseng" userId="1a8e1b703d0beb2d" providerId="LiveId" clId="{9FF35D41-B350-407F-BD96-B1C8A77200AC}" dt="2025-11-19T05:18:26.675" v="1374" actId="20577"/>
      <pc:docMkLst>
        <pc:docMk/>
      </pc:docMkLst>
      <pc:sldChg chg="addSp delSp modSp new mod">
        <pc:chgData name="lykyteng lysongtseng" userId="1a8e1b703d0beb2d" providerId="LiveId" clId="{9FF35D41-B350-407F-BD96-B1C8A77200AC}" dt="2025-11-19T04:24:33.182" v="885" actId="27636"/>
        <pc:sldMkLst>
          <pc:docMk/>
          <pc:sldMk cId="3427079044" sldId="258"/>
        </pc:sldMkLst>
        <pc:spChg chg="mod">
          <ac:chgData name="lykyteng lysongtseng" userId="1a8e1b703d0beb2d" providerId="LiveId" clId="{9FF35D41-B350-407F-BD96-B1C8A77200AC}" dt="2025-11-19T04:24:33.182" v="885" actId="27636"/>
          <ac:spMkLst>
            <pc:docMk/>
            <pc:sldMk cId="3427079044" sldId="258"/>
            <ac:spMk id="3" creationId="{3B40EB80-590A-9EED-3EA2-8EBA2201895C}"/>
          </ac:spMkLst>
        </pc:spChg>
        <pc:spChg chg="del mod">
          <ac:chgData name="lykyteng lysongtseng" userId="1a8e1b703d0beb2d" providerId="LiveId" clId="{9FF35D41-B350-407F-BD96-B1C8A77200AC}" dt="2025-11-19T03:01:54.927" v="5"/>
          <ac:spMkLst>
            <pc:docMk/>
            <pc:sldMk cId="3427079044" sldId="258"/>
            <ac:spMk id="4" creationId="{63EF770F-677C-F4A0-F186-1378CB9A69AC}"/>
          </ac:spMkLst>
        </pc:spChg>
        <pc:graphicFrameChg chg="add mod">
          <ac:chgData name="lykyteng lysongtseng" userId="1a8e1b703d0beb2d" providerId="LiveId" clId="{9FF35D41-B350-407F-BD96-B1C8A77200AC}" dt="2025-11-19T03:05:40.266" v="10" actId="1076"/>
          <ac:graphicFrameMkLst>
            <pc:docMk/>
            <pc:sldMk cId="3427079044" sldId="258"/>
            <ac:graphicFrameMk id="5" creationId="{0DC4C84A-D3E9-A0C7-84D6-209FD5A4C011}"/>
          </ac:graphicFrameMkLst>
        </pc:graphicFrameChg>
      </pc:sldChg>
      <pc:sldChg chg="addSp delSp modSp new mod setBg">
        <pc:chgData name="lykyteng lysongtseng" userId="1a8e1b703d0beb2d" providerId="LiveId" clId="{9FF35D41-B350-407F-BD96-B1C8A77200AC}" dt="2025-11-19T05:11:10.736" v="1225" actId="20577"/>
        <pc:sldMkLst>
          <pc:docMk/>
          <pc:sldMk cId="4084075617" sldId="259"/>
        </pc:sldMkLst>
        <pc:spChg chg="mod">
          <ac:chgData name="lykyteng lysongtseng" userId="1a8e1b703d0beb2d" providerId="LiveId" clId="{9FF35D41-B350-407F-BD96-B1C8A77200AC}" dt="2025-11-19T04:00:05.084" v="502" actId="1076"/>
          <ac:spMkLst>
            <pc:docMk/>
            <pc:sldMk cId="4084075617" sldId="259"/>
            <ac:spMk id="2" creationId="{40BE5BBF-1407-EFAC-1221-C9CE6C6852E1}"/>
          </ac:spMkLst>
        </pc:spChg>
        <pc:spChg chg="mod">
          <ac:chgData name="lykyteng lysongtseng" userId="1a8e1b703d0beb2d" providerId="LiveId" clId="{9FF35D41-B350-407F-BD96-B1C8A77200AC}" dt="2025-11-19T03:41:06.383" v="404" actId="5793"/>
          <ac:spMkLst>
            <pc:docMk/>
            <pc:sldMk cId="4084075617" sldId="259"/>
            <ac:spMk id="3" creationId="{801EB859-4BA7-2ABC-F115-5732387ADD33}"/>
          </ac:spMkLst>
        </pc:spChg>
        <pc:spChg chg="add mod">
          <ac:chgData name="lykyteng lysongtseng" userId="1a8e1b703d0beb2d" providerId="LiveId" clId="{9FF35D41-B350-407F-BD96-B1C8A77200AC}" dt="2025-11-19T05:11:10.736" v="1225" actId="20577"/>
          <ac:spMkLst>
            <pc:docMk/>
            <pc:sldMk cId="4084075617" sldId="259"/>
            <ac:spMk id="4" creationId="{74F4B88E-6F47-4429-34CD-946C7454A616}"/>
          </ac:spMkLst>
        </pc:spChg>
        <pc:spChg chg="add">
          <ac:chgData name="lykyteng lysongtseng" userId="1a8e1b703d0beb2d" providerId="LiveId" clId="{9FF35D41-B350-407F-BD96-B1C8A77200AC}" dt="2025-11-19T03:16:01.235" v="126" actId="26606"/>
          <ac:spMkLst>
            <pc:docMk/>
            <pc:sldMk cId="4084075617" sldId="259"/>
            <ac:spMk id="8" creationId="{095B79CA-1CB8-A133-67D7-E2B7AC1F9454}"/>
          </ac:spMkLst>
        </pc:spChg>
        <pc:picChg chg="add del mod">
          <ac:chgData name="lykyteng lysongtseng" userId="1a8e1b703d0beb2d" providerId="LiveId" clId="{9FF35D41-B350-407F-BD96-B1C8A77200AC}" dt="2025-11-19T03:59:32.663" v="497" actId="21"/>
          <ac:picMkLst>
            <pc:docMk/>
            <pc:sldMk cId="4084075617" sldId="259"/>
            <ac:picMk id="5" creationId="{F4DD5BA6-BD61-3CC5-8E31-A84568BC3A61}"/>
          </ac:picMkLst>
        </pc:picChg>
        <pc:picChg chg="add mod modCrop">
          <ac:chgData name="lykyteng lysongtseng" userId="1a8e1b703d0beb2d" providerId="LiveId" clId="{9FF35D41-B350-407F-BD96-B1C8A77200AC}" dt="2025-11-19T04:02:12.495" v="517" actId="14100"/>
          <ac:picMkLst>
            <pc:docMk/>
            <pc:sldMk cId="4084075617" sldId="259"/>
            <ac:picMk id="6" creationId="{E39BDD37-FC0D-998B-81B4-BB37880F98EA}"/>
          </ac:picMkLst>
        </pc:picChg>
      </pc:sldChg>
      <pc:sldChg chg="addSp modSp new mod ord">
        <pc:chgData name="lykyteng lysongtseng" userId="1a8e1b703d0beb2d" providerId="LiveId" clId="{9FF35D41-B350-407F-BD96-B1C8A77200AC}" dt="2025-11-19T05:17:02.316" v="1367" actId="1076"/>
        <pc:sldMkLst>
          <pc:docMk/>
          <pc:sldMk cId="3135479653" sldId="260"/>
        </pc:sldMkLst>
        <pc:spChg chg="add mod">
          <ac:chgData name="lykyteng lysongtseng" userId="1a8e1b703d0beb2d" providerId="LiveId" clId="{9FF35D41-B350-407F-BD96-B1C8A77200AC}" dt="2025-11-19T05:17:02.316" v="1367" actId="1076"/>
          <ac:spMkLst>
            <pc:docMk/>
            <pc:sldMk cId="3135479653" sldId="260"/>
            <ac:spMk id="3" creationId="{E6494B93-4AAD-8861-666C-7B95070CBCC4}"/>
          </ac:spMkLst>
        </pc:spChg>
      </pc:sldChg>
      <pc:sldChg chg="modSp add del">
        <pc:chgData name="lykyteng lysongtseng" userId="1a8e1b703d0beb2d" providerId="LiveId" clId="{9FF35D41-B350-407F-BD96-B1C8A77200AC}" dt="2025-11-19T03:36:45.257" v="245" actId="2696"/>
        <pc:sldMkLst>
          <pc:docMk/>
          <pc:sldMk cId="0" sldId="261"/>
        </pc:sldMkLst>
        <pc:spChg chg="mod">
          <ac:chgData name="lykyteng lysongtseng" userId="1a8e1b703d0beb2d" providerId="LiveId" clId="{9FF35D41-B350-407F-BD96-B1C8A77200AC}" dt="2025-11-19T03:36:27.412" v="244"/>
          <ac:spMkLst>
            <pc:docMk/>
            <pc:sldMk cId="0" sldId="261"/>
            <ac:spMk id="21" creationId="{00000000-0000-0000-0000-000000000000}"/>
          </ac:spMkLst>
        </pc:spChg>
      </pc:sldChg>
      <pc:sldChg chg="addSp modSp new mod">
        <pc:chgData name="lykyteng lysongtseng" userId="1a8e1b703d0beb2d" providerId="LiveId" clId="{9FF35D41-B350-407F-BD96-B1C8A77200AC}" dt="2025-11-19T05:18:26.675" v="1374" actId="20577"/>
        <pc:sldMkLst>
          <pc:docMk/>
          <pc:sldMk cId="3633330367" sldId="261"/>
        </pc:sldMkLst>
        <pc:spChg chg="add mod">
          <ac:chgData name="lykyteng lysongtseng" userId="1a8e1b703d0beb2d" providerId="LiveId" clId="{9FF35D41-B350-407F-BD96-B1C8A77200AC}" dt="2025-11-19T05:18:26.675" v="1374" actId="20577"/>
          <ac:spMkLst>
            <pc:docMk/>
            <pc:sldMk cId="3633330367" sldId="261"/>
            <ac:spMk id="3" creationId="{C14CEFB4-A474-A154-21E8-C8BBAD5925F3}"/>
          </ac:spMkLst>
        </pc:spChg>
        <pc:spChg chg="add mod">
          <ac:chgData name="lykyteng lysongtseng" userId="1a8e1b703d0beb2d" providerId="LiveId" clId="{9FF35D41-B350-407F-BD96-B1C8A77200AC}" dt="2025-11-19T04:44:17.087" v="913" actId="1076"/>
          <ac:spMkLst>
            <pc:docMk/>
            <pc:sldMk cId="3633330367" sldId="261"/>
            <ac:spMk id="5" creationId="{C23CC322-6C89-DA65-054D-A9D446826620}"/>
          </ac:spMkLst>
        </pc:spChg>
        <pc:spChg chg="add mod">
          <ac:chgData name="lykyteng lysongtseng" userId="1a8e1b703d0beb2d" providerId="LiveId" clId="{9FF35D41-B350-407F-BD96-B1C8A77200AC}" dt="2025-11-19T04:44:23.927" v="914" actId="1076"/>
          <ac:spMkLst>
            <pc:docMk/>
            <pc:sldMk cId="3633330367" sldId="261"/>
            <ac:spMk id="7" creationId="{F3DC15B5-FAB4-5A81-04C4-8661D7D9A4BB}"/>
          </ac:spMkLst>
        </pc:spChg>
      </pc:sldChg>
      <pc:sldChg chg="modSp add del">
        <pc:chgData name="lykyteng lysongtseng" userId="1a8e1b703d0beb2d" providerId="LiveId" clId="{9FF35D41-B350-407F-BD96-B1C8A77200AC}" dt="2025-11-19T03:48:44.663" v="483" actId="2696"/>
        <pc:sldMkLst>
          <pc:docMk/>
          <pc:sldMk cId="3725315436" sldId="261"/>
        </pc:sldMkLst>
        <pc:spChg chg="mod">
          <ac:chgData name="lykyteng lysongtseng" userId="1a8e1b703d0beb2d" providerId="LiveId" clId="{9FF35D41-B350-407F-BD96-B1C8A77200AC}" dt="2025-11-19T03:45:43.811" v="480"/>
          <ac:spMkLst>
            <pc:docMk/>
            <pc:sldMk cId="3725315436" sldId="261"/>
            <ac:spMk id="21" creationId="{00000000-0000-0000-0000-000000000000}"/>
          </ac:spMkLst>
        </pc:spChg>
      </pc:sldChg>
      <pc:sldChg chg="modSp add del">
        <pc:chgData name="lykyteng lysongtseng" userId="1a8e1b703d0beb2d" providerId="LiveId" clId="{9FF35D41-B350-407F-BD96-B1C8A77200AC}" dt="2025-11-19T03:48:49.225" v="484" actId="2696"/>
        <pc:sldMkLst>
          <pc:docMk/>
          <pc:sldMk cId="1424653575" sldId="262"/>
        </pc:sldMkLst>
        <pc:spChg chg="mod">
          <ac:chgData name="lykyteng lysongtseng" userId="1a8e1b703d0beb2d" providerId="LiveId" clId="{9FF35D41-B350-407F-BD96-B1C8A77200AC}" dt="2025-11-19T03:46:00.408" v="481"/>
          <ac:spMkLst>
            <pc:docMk/>
            <pc:sldMk cId="1424653575" sldId="262"/>
            <ac:spMk id="15" creationId="{00000000-0000-0000-0000-000000000000}"/>
          </ac:spMkLst>
        </pc:spChg>
      </pc:sldChg>
      <pc:sldChg chg="modSp add del">
        <pc:chgData name="lykyteng lysongtseng" userId="1a8e1b703d0beb2d" providerId="LiveId" clId="{9FF35D41-B350-407F-BD96-B1C8A77200AC}" dt="2025-11-19T04:03:48.595" v="519" actId="2696"/>
        <pc:sldMkLst>
          <pc:docMk/>
          <pc:sldMk cId="2646352134" sldId="263"/>
        </pc:sldMkLst>
        <pc:spChg chg="mod">
          <ac:chgData name="lykyteng lysongtseng" userId="1a8e1b703d0beb2d" providerId="LiveId" clId="{9FF35D41-B350-407F-BD96-B1C8A77200AC}" dt="2025-11-19T03:46:02.777" v="482"/>
          <ac:spMkLst>
            <pc:docMk/>
            <pc:sldMk cId="2646352134" sldId="263"/>
            <ac:spMk id="15" creationId="{00000000-0000-0000-0000-000000000000}"/>
          </ac:spMkLst>
        </pc:spChg>
      </pc:sldChg>
      <pc:sldChg chg="addSp modSp new del mod">
        <pc:chgData name="lykyteng lysongtseng" userId="1a8e1b703d0beb2d" providerId="LiveId" clId="{9FF35D41-B350-407F-BD96-B1C8A77200AC}" dt="2025-11-19T04:03:17.447" v="518" actId="2696"/>
        <pc:sldMkLst>
          <pc:docMk/>
          <pc:sldMk cId="3056083755" sldId="264"/>
        </pc:sldMkLst>
        <pc:picChg chg="add mod">
          <ac:chgData name="lykyteng lysongtseng" userId="1a8e1b703d0beb2d" providerId="LiveId" clId="{9FF35D41-B350-407F-BD96-B1C8A77200AC}" dt="2025-11-19T03:49:19.131" v="492" actId="1076"/>
          <ac:picMkLst>
            <pc:docMk/>
            <pc:sldMk cId="3056083755" sldId="264"/>
            <ac:picMk id="3" creationId="{3AFE5380-1D51-4FBA-A18B-1CF2E0FFF03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CE89A-BC12-42FF-ABE8-E26E9FBBE03C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71FFC-1968-4773-BF9F-5F6427A91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77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71FFC-1968-4773-BF9F-5F6427A91F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96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133E2-21DC-61C9-BA34-100593120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D3F5CB-B3A3-DA15-0F70-F1B5E9891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9FA42-6A76-F338-315A-73D06884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9A29A-AE4A-76D0-A05A-28A1A20A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2F1D-2C17-CD3A-00BA-C8F4FED6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1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46D8-F07A-1073-2FAE-82A613FA4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FD1B9-5FBA-A88A-4691-260DCECBE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8191A-F37E-7A9E-7263-9ED48B4C5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0863C-CC67-9804-A3B2-FF821715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4053A-FE1F-1057-F331-7BE5CEDF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2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CAA11-C060-A070-F1DC-56F3CB51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272F7-65EC-C245-0CAF-F97568F7B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405E4-D79A-3A38-C515-6AA85C2D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71410-00C4-950B-C9F7-53D55E2D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B71E9-CA85-E30B-92C8-CB160B533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FE93E-C4E1-7E3E-DC48-6BB75EAEB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BB572-3B13-BB8B-EB21-E33B1DA7E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D7D8F-E90E-74D4-4A6D-839750CCD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42437-34FB-4249-6751-11F010283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CA016-F07E-1403-2238-C4FBC818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B27A7-C2AA-1F86-A3F7-A2C5A24E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7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C9E7-AA28-2068-8A3E-2571EDFFB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D4A99-4D78-F8EE-F37A-99FD25FC0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7226E-926A-9057-4C29-513E7C617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E95006-457C-313D-6A6C-D37D7A60C5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86BF4-2E30-A3AA-D958-82AD9FAFF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1D6F1C-41AA-17AD-FAAF-8E7B61337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15039-A76A-EF31-A5FA-D5327709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A2FD5-796B-749C-5E4E-23E6F4E6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5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14746-F88F-76C6-B268-830C1451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D9E79-9114-3FFF-FF35-C1E19FED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AC771-6883-5618-FAF1-532810E0C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2325C-983C-DAD5-8099-17E04E67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5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FBE3D6-4D3E-FB34-399E-D6F730536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CA3183-3372-0434-B538-1B8F4974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7D831-C5BA-D620-CB2B-81365114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8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DE5E-5122-6240-292C-C4F643983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BB8B9-2EBB-69DD-9796-59B1F3DDB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4E25E-359D-79AE-2E30-0836BD1B5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54430-D61E-650A-D970-1B5C0068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84D9C-EA5B-3C27-6CD2-D896A074E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552E9-1BC7-3852-6126-B42B2D1E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0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4FA9-C053-F178-B65E-59B21B969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18D3B2-953A-FCE1-F95C-5BA29B1F8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81AD6-2E6C-B60D-CD97-D47C81577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F80AB-D7B4-67E5-5F8E-F2C8ADC4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29445-030B-ECC8-B9F1-DD2FD5CC8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B0363-5A3E-9879-3F74-BED3D310C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2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16FD-E7E0-0952-451E-B6C687434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FDFA7-265C-AFC6-3A7B-A15450F7F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8F8E8-C609-E85F-2CAD-6927FEB0E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B86C1-648F-F7F7-D3EA-DE820754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AB4C2-F710-443F-3D59-91EA1B97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1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FEE0CE-7DF3-E96C-E354-EDE745214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CF570-58AC-FCFF-839F-3E2F144B9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8D3E3-D132-6A29-A169-681378DAA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C4289-0DB1-CAC9-6D73-5F180F62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E403-A20A-F197-ECC3-37E6B44C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09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07DC9-AE86-09E2-87AE-3E3239A6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81D1B-D535-7FF4-45A8-742B224D3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E7E6F-B304-ECC5-DEF4-E46BBF146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06A33-C1EA-4859-A95A-E2FEC72E78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64888-6C34-8407-8295-C31C20CF4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76D33-31D9-661E-9960-4AF73A27B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740EDA-992E-40BE-BD29-7AFA6C3E1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4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C07E-77F1-A7F8-A02D-8237512AD8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>
                <a:solidFill>
                  <a:srgbClr val="000000"/>
                </a:solidFill>
                <a:effectLst/>
                <a:latin typeface="Aptos Display" panose="020B0004020202020204" pitchFamily="34" charset="0"/>
              </a:rPr>
              <a:t>Proper Hydration is a Critical Factor for a Healthy Lifestyle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5F227-6C35-646A-A750-9D7746D37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Daily Water Intake</a:t>
            </a:r>
          </a:p>
        </p:txBody>
      </p:sp>
    </p:spTree>
    <p:extLst>
      <p:ext uri="{BB962C8B-B14F-4D97-AF65-F5344CB8AC3E}">
        <p14:creationId xmlns:p14="http://schemas.microsoft.com/office/powerpoint/2010/main" val="1232418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ECC5-B3CE-C0F5-013C-9B2E9443D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Topic of Study:  What affects the amount of water intake I consume everyday?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A6D48-4AB6-3979-0ADA-C01DBD1B34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General studies recommend that the daily intake should be 3 liters a day.  Does workout play a factor in my consumption of water?</a:t>
            </a:r>
          </a:p>
        </p:txBody>
      </p:sp>
    </p:spTree>
    <p:extLst>
      <p:ext uri="{BB962C8B-B14F-4D97-AF65-F5344CB8AC3E}">
        <p14:creationId xmlns:p14="http://schemas.microsoft.com/office/powerpoint/2010/main" val="3530845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494B93-4AAD-8861-666C-7B95070CBCC4}"/>
              </a:ext>
            </a:extLst>
          </p:cNvPr>
          <p:cNvSpPr txBox="1"/>
          <p:nvPr/>
        </p:nvSpPr>
        <p:spPr>
          <a:xfrm>
            <a:off x="3048000" y="1330796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Hypotheses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Hypothesis 1: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Hypothesis: Mean intake = 3000 mL/day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Alternative Hypothesis: Mean intake ≠ 3000 mL/day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p-value &lt; 0.05 we will reject the Null Hypothesis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p-value &gt;0.05 we will fail to reject the Null Hypothesis.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Hypothesis 2: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Null Hypothesis : Mean intake on workout days = mean intake on non‑workout days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Alternative Hypothesis : Mean intake on workout days ≠ mean intake on non‑workout days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p-value &lt; 0.05 we will reject the Null Hypothesis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p-value &gt;0.05 we will fail to reject the Null Hypothesis.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479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DD08-1AA0-A718-5873-42510FE2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0EB80-590A-9EED-3EA2-8EBA22018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200" y="1944574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Collection</a:t>
            </a:r>
          </a:p>
          <a:p>
            <a:pPr lvl="1"/>
            <a:r>
              <a:rPr lang="en-US" dirty="0"/>
              <a:t>Variables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Dependent Variable:</a:t>
            </a:r>
          </a:p>
          <a:p>
            <a:pPr lvl="2"/>
            <a:r>
              <a:rPr lang="en-US" dirty="0"/>
              <a:t>Daily Water Intake (mL)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Independent Variable:</a:t>
            </a:r>
          </a:p>
          <a:p>
            <a:pPr lvl="2"/>
            <a:r>
              <a:rPr lang="en-US" dirty="0"/>
              <a:t>Workout status</a:t>
            </a:r>
          </a:p>
          <a:p>
            <a:pPr lvl="3"/>
            <a:r>
              <a:rPr lang="en-US" dirty="0"/>
              <a:t>Yes/No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Other Column:</a:t>
            </a:r>
          </a:p>
          <a:p>
            <a:pPr lvl="2"/>
            <a:r>
              <a:rPr lang="en-US" dirty="0"/>
              <a:t>Day(identifier)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DC4C84A-D3E9-A0C7-84D6-209FD5A4C011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11747820"/>
              </p:ext>
            </p:extLst>
          </p:nvPr>
        </p:nvGraphicFramePr>
        <p:xfrm>
          <a:off x="1899330" y="2579461"/>
          <a:ext cx="2079625" cy="332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36455" imgH="2933810" progId="Excel.Sheet.12">
                  <p:embed/>
                </p:oleObj>
              </mc:Choice>
              <mc:Fallback>
                <p:oleObj name="Worksheet" r:id="rId2" imgW="1836455" imgH="2933810" progId="Excel.Sheet.12">
                  <p:embed/>
                  <p:pic>
                    <p:nvPicPr>
                      <p:cNvPr id="5" name="Content Placeholder 4">
                        <a:extLst>
                          <a:ext uri="{FF2B5EF4-FFF2-40B4-BE49-F238E27FC236}">
                            <a16:creationId xmlns:a16="http://schemas.microsoft.com/office/drawing/2014/main" id="{0DC4C84A-D3E9-A0C7-84D6-209FD5A4C0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99330" y="2579461"/>
                        <a:ext cx="2079625" cy="332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707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E5BBF-1407-EFAC-1221-C9CE6C68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837" y="1041786"/>
            <a:ext cx="3602356" cy="162197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/>
              <a:t>Results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EB859-4BA7-2ABC-F115-5732387ADD33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5487394" y="849085"/>
            <a:ext cx="6144768" cy="517992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F4B88E-6F47-4429-34CD-946C7454A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6398" y="-132386"/>
            <a:ext cx="61638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Significance level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0.05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One-Sample t-test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intake = 2528.57 mL/day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p‑value = 7.083e‑12.  we reject </a:t>
            </a:r>
            <a:r>
              <a:rPr lang="en-US" dirty="0"/>
              <a:t>H₀.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 Intake is significantly lower than 3 liters/day.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Two‑sample t‑test: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intake workout days = 2737.5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Mean intake non-workout days = 2250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p-value = 0.01699, we reject </a:t>
            </a:r>
            <a:r>
              <a:rPr lang="en-US" dirty="0"/>
              <a:t>H₀.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 Intake is significantly higher on workout days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BDD37-FC0D-998B-81B4-BB37880F98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000" t="-2848" r="12548" b="-7311"/>
          <a:stretch>
            <a:fillRect/>
          </a:stretch>
        </p:blipFill>
        <p:spPr>
          <a:xfrm>
            <a:off x="0" y="2575224"/>
            <a:ext cx="5990926" cy="442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075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4CEFB4-A474-A154-21E8-C8BBAD5925F3}"/>
              </a:ext>
            </a:extLst>
          </p:cNvPr>
          <p:cNvSpPr txBox="1"/>
          <p:nvPr/>
        </p:nvSpPr>
        <p:spPr>
          <a:xfrm>
            <a:off x="6455228" y="151960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 6: Conclusion &amp; Implications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</a:t>
            </a:r>
            <a:r>
              <a:rPr lang="en-US" b="1"/>
              <a:t>findings: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Average intake &lt; recommended 3 liters/day.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Workout status influences intake.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Implications: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Students may need to increase hydration.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Workout days show different hydration intake.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Future directions: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Larger sample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Explore other factors (diet, weather, exercise intensity)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CC322-6C89-DA65-054D-A9D446826620}"/>
              </a:ext>
            </a:extLst>
          </p:cNvPr>
          <p:cNvSpPr txBox="1"/>
          <p:nvPr/>
        </p:nvSpPr>
        <p:spPr>
          <a:xfrm>
            <a:off x="293914" y="191608"/>
            <a:ext cx="6096000" cy="303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	One Sample t-test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data: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Daily_water_intake$water_intake</a:t>
            </a: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 = 22.836,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df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= 13, p-value = 7.083e-12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alternative hypothesis: true mean is not </a:t>
            </a:r>
          </a:p>
          <a:p>
            <a:pPr algn="l">
              <a:lnSpc>
                <a:spcPts val="1200"/>
              </a:lnSpc>
              <a:buNone/>
            </a:pPr>
            <a:endParaRPr 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equal to 3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95 percent confidence interval: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2289.646 2767.496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sample estimates: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mean of x 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2528.571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C15B5-FAB4-5A81-04C4-8661D7D9A4BB}"/>
              </a:ext>
            </a:extLst>
          </p:cNvPr>
          <p:cNvSpPr txBox="1"/>
          <p:nvPr/>
        </p:nvSpPr>
        <p:spPr>
          <a:xfrm>
            <a:off x="293914" y="3429000"/>
            <a:ext cx="616131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Two Sample t-test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data: 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water_intake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by workout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 = -3.0396,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df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= 7.6326, p-value = 0.01699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alternative hypothesis: true difference in </a:t>
            </a:r>
          </a:p>
          <a:p>
            <a:pPr algn="l">
              <a:lnSpc>
                <a:spcPts val="1200"/>
              </a:lnSpc>
              <a:buNone/>
            </a:pPr>
            <a:endParaRPr 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means between group No and group Yes is not </a:t>
            </a:r>
          </a:p>
          <a:p>
            <a:pPr algn="l">
              <a:lnSpc>
                <a:spcPts val="1200"/>
              </a:lnSpc>
              <a:buNone/>
            </a:pPr>
            <a:endParaRPr 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equal to 0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95 percent confidence interval: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-860.4695 -114.5305</a:t>
            </a:r>
          </a:p>
          <a:p>
            <a:pPr algn="l">
              <a:lnSpc>
                <a:spcPts val="1200"/>
              </a:lnSpc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sample estimates: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mean in group No mean in group Yes 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          </a:t>
            </a:r>
          </a:p>
          <a:p>
            <a:pPr algn="l">
              <a:lnSpc>
                <a:spcPts val="12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2250.0            2737.5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30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440</Words>
  <Application>Microsoft Office PowerPoint</Application>
  <PresentationFormat>Widescreen</PresentationFormat>
  <Paragraphs>98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Lucida Console</vt:lpstr>
      <vt:lpstr>Office Theme</vt:lpstr>
      <vt:lpstr>Microsoft Excel Worksheet</vt:lpstr>
      <vt:lpstr>Proper Hydration is a Critical Factor for a Healthy Lifestyle</vt:lpstr>
      <vt:lpstr>Topic of Study:  What affects the amount of water intake I consume everyday?</vt:lpstr>
      <vt:lpstr>PowerPoint Presentation</vt:lpstr>
      <vt:lpstr>PowerPoint Presentation</vt:lpstr>
      <vt:lpstr>Results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lykyteng lysongtseng</dc:creator>
  <cp:lastModifiedBy>lykyteng lysongtseng</cp:lastModifiedBy>
  <cp:revision>1</cp:revision>
  <dcterms:created xsi:type="dcterms:W3CDTF">2025-11-19T02:42:22Z</dcterms:created>
  <dcterms:modified xsi:type="dcterms:W3CDTF">2025-11-19T05:18:31Z</dcterms:modified>
</cp:coreProperties>
</file>